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>
      <p:cViewPr varScale="1">
        <p:scale>
          <a:sx n="55" d="100"/>
          <a:sy n="55" d="100"/>
        </p:scale>
        <p:origin x="6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95E8-1E9E-AF49-12EB-FA7307B3B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D88FE-00BE-D135-3B6F-0FEC720D6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59F60-C74F-5B62-BB29-D62DBD56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9186-114B-658C-F6A5-2610B011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EAA4-8D8F-2BFA-4EB5-0AA89723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663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D6F1-3BA7-A6EF-F17E-DEB22F7F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C9F8-F4A6-D864-6886-B3A51DE1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54D4-4FC9-83F6-4F07-B84C6E6E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A2DA-1C13-4515-8BBB-3C228162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FA119-22FC-33C5-7F80-F88331DA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730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6556-A8D7-5A0A-59BD-0CE43C70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547F9-A1E6-154E-45B5-29595C5F8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3D66-BBBF-86E1-3C46-AAD66954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BE98E-6EDD-A267-6B28-C36F16DC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92D7-7BA9-77E6-7097-F4173B06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771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B708-FBA1-28BB-0E17-4A5AC450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0F16-DC5C-46CF-FCE4-188BD6F5D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A1EAE-85C0-9C38-1E02-CC52C38B1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390FF-A9F3-7735-8D0D-D5CE113A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46B92-D651-2EA0-78C5-966DC742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C8578-47F0-4AE7-1D3E-27E8DA17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028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1FE8-C7B5-D48D-D732-D52315AC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43F4F-0A5C-E26E-5D24-F8D6F7EE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10819-665E-3ACC-9320-81CB6873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DE74C-C7DD-E499-08E3-1D840A799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87D66-9606-81F6-0FD0-62B258D79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2B11A-F8A0-6B9F-C2EE-6F1F3C59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07375-CE4D-D6ED-3A27-6CE46028D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DECFD-4318-36DE-B852-4529B4BB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465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ABBE-4186-34D6-2F85-3FB048DE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3D09C-9375-246E-E184-4B441C79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5B018-F352-0D24-351D-0AAFE39A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A314C-0885-5019-CB99-E6724B64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979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B932C-4316-A5D8-4555-A23DC3B8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9D8A8-DF8E-ECCA-6FD0-BFB5AC02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5D127-CF1A-0899-7794-8A92F209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47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6743-E1DE-655D-0517-48B46DDF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3DE71-4D1E-2AE5-E5B2-56D9B4E1F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8BDD-0D04-F743-D84A-AE63B567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3C55-390C-8ED9-86D3-94C7FB8A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AE4E7-7B9E-473C-AD42-784C205F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09CF0-2F81-00CA-6C53-2DD5C1C3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672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967A-F700-DBF0-F115-1F3B7200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96732-C89C-57A8-FAB4-387CF05FA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9D3A9-7143-30A8-90B0-22233628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C89C8-47B2-86B4-1773-954CE2DD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81665-7EF5-B9E2-A9D6-2DBB2E7F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3AD07-9A2E-5496-2309-9F294AD1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758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F935-1674-7514-3228-60B08A4C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914BB-DEA7-0F4B-D8EF-FBF701EB0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DE841-A56D-91F8-41DF-099B97BB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0CBC2-7401-C074-90FA-52F2FA96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0D783-34F2-E31D-33B4-02C181B4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3982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5D1DA-49E1-3A32-6B36-2FFE6DCF6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3D1F2-2618-931A-13CB-F146902C0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D2A7-6BEA-48D2-07C7-52992D2C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F8492-4C43-2243-1535-12B1DD52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F2804-0A25-7A84-1AB5-062F5527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2374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372F6-217F-C27F-E1FB-522B5E18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2B321-9527-5230-3816-FACF06F51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3E62B-E92D-F329-1FC7-43B07BC3E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7AD85-22E6-4BBA-89CC-5A6643868F49}" type="datetimeFigureOut">
              <a:rPr lang="th-TH" smtClean="0"/>
              <a:t>12/09/68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23FB5-2149-11C0-C7A0-86B1FF231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0B71-68E7-10AD-D672-4F7227AC9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68F3D-DEFA-45A2-A157-B4DED426638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172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3EFB9B-25D0-849A-0CB0-314F51245BC3}"/>
              </a:ext>
            </a:extLst>
          </p:cNvPr>
          <p:cNvSpPr/>
          <p:nvPr/>
        </p:nvSpPr>
        <p:spPr>
          <a:xfrm>
            <a:off x="5844988" y="1084729"/>
            <a:ext cx="2698377" cy="398929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</a:t>
            </a:r>
          </a:p>
          <a:p>
            <a:pPr algn="ctr"/>
            <a:r>
              <a:rPr lang="en-US" dirty="0"/>
              <a:t>Editor</a:t>
            </a:r>
            <a:endParaRPr lang="th-T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E9BC1D-1D6D-A416-AAD9-ACE304D496E6}"/>
              </a:ext>
            </a:extLst>
          </p:cNvPr>
          <p:cNvSpPr/>
          <p:nvPr/>
        </p:nvSpPr>
        <p:spPr>
          <a:xfrm>
            <a:off x="6277996" y="1595070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DEACA-B458-8BDC-B9CD-0F8B47207D59}"/>
              </a:ext>
            </a:extLst>
          </p:cNvPr>
          <p:cNvSpPr/>
          <p:nvPr/>
        </p:nvSpPr>
        <p:spPr>
          <a:xfrm>
            <a:off x="8763377" y="2734128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</a:t>
            </a:r>
            <a:endParaRPr lang="th-T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864DC-93DF-D215-7324-15CCAD92C6FD}"/>
              </a:ext>
            </a:extLst>
          </p:cNvPr>
          <p:cNvSpPr/>
          <p:nvPr/>
        </p:nvSpPr>
        <p:spPr>
          <a:xfrm>
            <a:off x="1114326" y="2734128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  <a:endParaRPr lang="th-TH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16514B-9794-C491-F048-85E4820BC02B}"/>
              </a:ext>
            </a:extLst>
          </p:cNvPr>
          <p:cNvSpPr/>
          <p:nvPr/>
        </p:nvSpPr>
        <p:spPr>
          <a:xfrm>
            <a:off x="6277996" y="4123873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</a:t>
            </a:r>
            <a:endParaRPr lang="th-T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A5D376-2FAE-CB11-BC4A-96D469AE723D}"/>
              </a:ext>
            </a:extLst>
          </p:cNvPr>
          <p:cNvSpPr/>
          <p:nvPr/>
        </p:nvSpPr>
        <p:spPr>
          <a:xfrm>
            <a:off x="3833979" y="2734128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</a:t>
            </a:r>
            <a:endParaRPr lang="th-TH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EEEB0E-C671-9898-C898-62754004E128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2987193" y="3012304"/>
            <a:ext cx="846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13F2B5D-D0CC-13F3-3877-4A02EA41CDB1}"/>
              </a:ext>
            </a:extLst>
          </p:cNvPr>
          <p:cNvCxnSpPr>
            <a:stCxn id="11" idx="3"/>
            <a:endCxn id="4" idx="1"/>
          </p:cNvCxnSpPr>
          <p:nvPr/>
        </p:nvCxnSpPr>
        <p:spPr>
          <a:xfrm flipV="1">
            <a:off x="5706846" y="1873246"/>
            <a:ext cx="571150" cy="11390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8982A78-E2F4-3FC9-8108-28002D1FC00C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8150863" y="1873246"/>
            <a:ext cx="1548948" cy="8608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A1D537C-60E3-5A8D-40E9-F30AD757D1CC}"/>
              </a:ext>
            </a:extLst>
          </p:cNvPr>
          <p:cNvCxnSpPr>
            <a:stCxn id="5" idx="2"/>
            <a:endCxn id="10" idx="3"/>
          </p:cNvCxnSpPr>
          <p:nvPr/>
        </p:nvCxnSpPr>
        <p:spPr>
          <a:xfrm rot="5400000">
            <a:off x="8369553" y="3071790"/>
            <a:ext cx="1111569" cy="15489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1F07C5A-9EB1-C2B9-23E3-0CA54E118244}"/>
              </a:ext>
            </a:extLst>
          </p:cNvPr>
          <p:cNvCxnSpPr>
            <a:stCxn id="10" idx="0"/>
            <a:endCxn id="5" idx="1"/>
          </p:cNvCxnSpPr>
          <p:nvPr/>
        </p:nvCxnSpPr>
        <p:spPr>
          <a:xfrm rot="5400000" flipH="1" flipV="1">
            <a:off x="7433119" y="2793616"/>
            <a:ext cx="1111569" cy="15489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97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1C24-5EBD-CC64-D07A-7FF28EA6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3C79D8-0397-E791-ABBF-C7B568D5800D}"/>
              </a:ext>
            </a:extLst>
          </p:cNvPr>
          <p:cNvSpPr/>
          <p:nvPr/>
        </p:nvSpPr>
        <p:spPr>
          <a:xfrm>
            <a:off x="7024981" y="1173874"/>
            <a:ext cx="1872867" cy="5563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PortfolioEditor</a:t>
            </a:r>
            <a:endParaRPr lang="th-TH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93C36-ED1B-6403-91E3-67F99C960CB2}"/>
              </a:ext>
            </a:extLst>
          </p:cNvPr>
          <p:cNvSpPr/>
          <p:nvPr/>
        </p:nvSpPr>
        <p:spPr>
          <a:xfrm>
            <a:off x="7050277" y="2027226"/>
            <a:ext cx="1872867" cy="5563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</a:t>
            </a:r>
            <a:endParaRPr lang="th-T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5E923-F1B6-3889-C5F1-14787131BA48}"/>
              </a:ext>
            </a:extLst>
          </p:cNvPr>
          <p:cNvSpPr/>
          <p:nvPr/>
        </p:nvSpPr>
        <p:spPr>
          <a:xfrm>
            <a:off x="674539" y="1173874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Welcome</a:t>
            </a:r>
          </a:p>
          <a:p>
            <a:pPr algn="ctr"/>
            <a:r>
              <a:rPr lang="en-US" sz="1400" dirty="0" err="1"/>
              <a:t>FreePortfolio</a:t>
            </a:r>
            <a:r>
              <a:rPr lang="en-US" sz="1100" dirty="0"/>
              <a:t>/index</a:t>
            </a:r>
            <a:endParaRPr lang="th-TH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24AB6-C63E-FDB5-FCD2-168219176C0E}"/>
              </a:ext>
            </a:extLst>
          </p:cNvPr>
          <p:cNvSpPr/>
          <p:nvPr/>
        </p:nvSpPr>
        <p:spPr>
          <a:xfrm>
            <a:off x="3394192" y="1173874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</a:t>
            </a:r>
          </a:p>
          <a:p>
            <a:pPr algn="ctr"/>
            <a:r>
              <a:rPr lang="en-US" sz="1600" dirty="0" err="1"/>
              <a:t>FreePortfolio</a:t>
            </a:r>
            <a:r>
              <a:rPr lang="en-US" sz="1200" dirty="0"/>
              <a:t>/Login</a:t>
            </a:r>
            <a:endParaRPr lang="th-TH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138C06-7F47-0CE1-24E6-35186C783D4B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2547406" y="1452050"/>
            <a:ext cx="846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D9F209-47CF-EED8-25CA-9B895A902A78}"/>
              </a:ext>
            </a:extLst>
          </p:cNvPr>
          <p:cNvSpPr txBox="1"/>
          <p:nvPr/>
        </p:nvSpPr>
        <p:spPr>
          <a:xfrm>
            <a:off x="4330626" y="411508"/>
            <a:ext cx="404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Member</a:t>
            </a:r>
            <a:endParaRPr lang="th-TH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E40725-295F-90A0-B94F-C3559598011C}"/>
              </a:ext>
            </a:extLst>
          </p:cNvPr>
          <p:cNvSpPr/>
          <p:nvPr/>
        </p:nvSpPr>
        <p:spPr>
          <a:xfrm>
            <a:off x="3394191" y="3971729"/>
            <a:ext cx="1872868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Confirm Register</a:t>
            </a:r>
            <a:endParaRPr lang="th-TH" sz="20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7E87FE-28AE-3BE8-63BC-1F8E74108C85}"/>
              </a:ext>
            </a:extLst>
          </p:cNvPr>
          <p:cNvSpPr/>
          <p:nvPr/>
        </p:nvSpPr>
        <p:spPr>
          <a:xfrm>
            <a:off x="3394191" y="2572802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Register</a:t>
            </a:r>
          </a:p>
          <a:p>
            <a:pPr algn="ctr"/>
            <a:r>
              <a:rPr lang="en-US" sz="1600" dirty="0" err="1"/>
              <a:t>FreePortfolio</a:t>
            </a:r>
            <a:r>
              <a:rPr lang="en-US" sz="1200" dirty="0"/>
              <a:t>/Login</a:t>
            </a:r>
            <a:endParaRPr lang="th-TH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8D072A-B753-601D-6E00-9970F1A751AE}"/>
              </a:ext>
            </a:extLst>
          </p:cNvPr>
          <p:cNvCxnSpPr>
            <a:stCxn id="11" idx="2"/>
            <a:endCxn id="43" idx="0"/>
          </p:cNvCxnSpPr>
          <p:nvPr/>
        </p:nvCxnSpPr>
        <p:spPr>
          <a:xfrm flipH="1">
            <a:off x="4330625" y="1730226"/>
            <a:ext cx="1" cy="842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9F898-77C1-ED4D-E456-D7FE271E1C05}"/>
              </a:ext>
            </a:extLst>
          </p:cNvPr>
          <p:cNvCxnSpPr>
            <a:stCxn id="43" idx="2"/>
          </p:cNvCxnSpPr>
          <p:nvPr/>
        </p:nvCxnSpPr>
        <p:spPr>
          <a:xfrm flipH="1">
            <a:off x="4330624" y="3129154"/>
            <a:ext cx="1" cy="84221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2F4967B-CBF5-C938-62FB-07BC0D07C602}"/>
              </a:ext>
            </a:extLst>
          </p:cNvPr>
          <p:cNvSpPr txBox="1"/>
          <p:nvPr/>
        </p:nvSpPr>
        <p:spPr>
          <a:xfrm>
            <a:off x="2842483" y="3421070"/>
            <a:ext cx="164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Send OTP to Email</a:t>
            </a:r>
            <a:endParaRPr lang="th-TH" sz="1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F73F79-6E6B-8A93-1CB6-9A113D8B7CF8}"/>
              </a:ext>
            </a:extLst>
          </p:cNvPr>
          <p:cNvSpPr/>
          <p:nvPr/>
        </p:nvSpPr>
        <p:spPr>
          <a:xfrm>
            <a:off x="1053107" y="2572802"/>
            <a:ext cx="1872867" cy="556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Re-password</a:t>
            </a:r>
            <a:endParaRPr lang="th-TH" sz="12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D800EA-B870-D20F-F8C8-AE5C94F9C55D}"/>
              </a:ext>
            </a:extLst>
          </p:cNvPr>
          <p:cNvCxnSpPr>
            <a:cxnSpLocks/>
            <a:stCxn id="11" idx="2"/>
            <a:endCxn id="50" idx="0"/>
          </p:cNvCxnSpPr>
          <p:nvPr/>
        </p:nvCxnSpPr>
        <p:spPr>
          <a:xfrm flipH="1">
            <a:off x="1989541" y="1730226"/>
            <a:ext cx="2341085" cy="842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1455385-F0E6-878D-7CFF-A2CE26305BA2}"/>
              </a:ext>
            </a:extLst>
          </p:cNvPr>
          <p:cNvSpPr txBox="1"/>
          <p:nvPr/>
        </p:nvSpPr>
        <p:spPr>
          <a:xfrm>
            <a:off x="1610972" y="2151514"/>
            <a:ext cx="164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Send to Email</a:t>
            </a:r>
            <a:endParaRPr lang="th-TH" sz="1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477B167-757F-8A03-D21A-F9819B96B5E5}"/>
              </a:ext>
            </a:extLst>
          </p:cNvPr>
          <p:cNvCxnSpPr>
            <a:cxnSpLocks/>
            <a:stCxn id="39" idx="3"/>
          </p:cNvCxnSpPr>
          <p:nvPr/>
        </p:nvCxnSpPr>
        <p:spPr>
          <a:xfrm flipH="1" flipV="1">
            <a:off x="4658784" y="1730226"/>
            <a:ext cx="608275" cy="2519679"/>
          </a:xfrm>
          <a:prstGeom prst="bentConnector4">
            <a:avLst>
              <a:gd name="adj1" fmla="val -37582"/>
              <a:gd name="adj2" fmla="val 7366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83D7B97-6C9D-3377-6BDA-FAF8B21E49CA}"/>
              </a:ext>
            </a:extLst>
          </p:cNvPr>
          <p:cNvCxnSpPr>
            <a:stCxn id="11" idx="3"/>
            <a:endCxn id="4" idx="1"/>
          </p:cNvCxnSpPr>
          <p:nvPr/>
        </p:nvCxnSpPr>
        <p:spPr>
          <a:xfrm>
            <a:off x="5267059" y="1452050"/>
            <a:ext cx="1757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7D35787-D3D9-F57E-895A-A17C78E04B95}"/>
              </a:ext>
            </a:extLst>
          </p:cNvPr>
          <p:cNvCxnSpPr>
            <a:endCxn id="5" idx="1"/>
          </p:cNvCxnSpPr>
          <p:nvPr/>
        </p:nvCxnSpPr>
        <p:spPr>
          <a:xfrm>
            <a:off x="5334000" y="1452050"/>
            <a:ext cx="1716277" cy="8533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169FB4B-764E-7A8E-E257-6E3FBB904347}"/>
              </a:ext>
            </a:extLst>
          </p:cNvPr>
          <p:cNvSpPr txBox="1"/>
          <p:nvPr/>
        </p:nvSpPr>
        <p:spPr>
          <a:xfrm>
            <a:off x="8923144" y="2027226"/>
            <a:ext cx="2815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Screens</a:t>
            </a:r>
          </a:p>
          <a:p>
            <a:r>
              <a:rPr lang="en-US" sz="1600" dirty="0"/>
              <a:t>-[Owner] </a:t>
            </a:r>
            <a:r>
              <a:rPr lang="th-TH" sz="1600" dirty="0"/>
              <a:t>มีปุ่ม ไป </a:t>
            </a:r>
            <a:r>
              <a:rPr lang="en-US" sz="1600" dirty="0"/>
              <a:t>Editor</a:t>
            </a:r>
          </a:p>
          <a:p>
            <a:r>
              <a:rPr lang="en-US" sz="1600" dirty="0"/>
              <a:t>-[Visitor] </a:t>
            </a:r>
            <a:r>
              <a:rPr lang="th-TH" sz="1600" dirty="0"/>
              <a:t>หากไม่ </a:t>
            </a:r>
            <a:r>
              <a:rPr lang="en-US" sz="1600" dirty="0"/>
              <a:t>Public </a:t>
            </a:r>
            <a:r>
              <a:rPr lang="th-TH" sz="1600" dirty="0"/>
              <a:t>ดูไม่ได้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AF7408-66D9-88CD-88EC-5378ED4F5572}"/>
              </a:ext>
            </a:extLst>
          </p:cNvPr>
          <p:cNvSpPr txBox="1"/>
          <p:nvPr/>
        </p:nvSpPr>
        <p:spPr>
          <a:xfrm>
            <a:off x="6553912" y="3128682"/>
            <a:ext cx="2815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IsPublic</a:t>
            </a:r>
            <a:r>
              <a:rPr lang="en-US" sz="1600" dirty="0"/>
              <a:t> = 0</a:t>
            </a:r>
          </a:p>
          <a:p>
            <a:r>
              <a:rPr lang="en-US" sz="1600" dirty="0" err="1"/>
              <a:t>IsEverPublic</a:t>
            </a:r>
            <a:r>
              <a:rPr lang="en-US" sz="1600" dirty="0"/>
              <a:t> = 1</a:t>
            </a:r>
            <a:endParaRPr lang="th-TH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396B10-FB36-3B0E-2B81-91214A9096D4}"/>
              </a:ext>
            </a:extLst>
          </p:cNvPr>
          <p:cNvSpPr txBox="1"/>
          <p:nvPr/>
        </p:nvSpPr>
        <p:spPr>
          <a:xfrm>
            <a:off x="9493160" y="3681503"/>
            <a:ext cx="22449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Welcome</a:t>
            </a:r>
          </a:p>
          <a:p>
            <a:pPr marL="342900" indent="-342900">
              <a:buAutoNum type="arabicPeriod"/>
            </a:pPr>
            <a:r>
              <a:rPr lang="en-US" sz="1600" dirty="0"/>
              <a:t>Login</a:t>
            </a:r>
          </a:p>
          <a:p>
            <a:pPr marL="342900" indent="-342900">
              <a:buAutoNum type="arabicPeriod"/>
            </a:pPr>
            <a:r>
              <a:rPr lang="en-US" sz="1600" dirty="0"/>
              <a:t>Register + Email</a:t>
            </a:r>
          </a:p>
          <a:p>
            <a:pPr marL="342900" indent="-342900">
              <a:buAutoNum type="arabicPeriod"/>
            </a:pPr>
            <a:r>
              <a:rPr lang="en-US" sz="1600" dirty="0"/>
              <a:t>Re-Password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Portfilio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Themes</a:t>
            </a:r>
          </a:p>
          <a:p>
            <a:pPr marL="342900" indent="-342900">
              <a:buAutoNum type="arabicPeriod"/>
            </a:pPr>
            <a:r>
              <a:rPr lang="en-US" sz="1600" dirty="0"/>
              <a:t>Public/Un-Public</a:t>
            </a:r>
          </a:p>
          <a:p>
            <a:pPr marL="342900" indent="-342900"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665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7D25E330-F824-33D4-AEBD-C6933D7FE969}"/>
              </a:ext>
            </a:extLst>
          </p:cNvPr>
          <p:cNvSpPr txBox="1"/>
          <p:nvPr/>
        </p:nvSpPr>
        <p:spPr>
          <a:xfrm>
            <a:off x="598498" y="1320021"/>
            <a:ext cx="37762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</a:t>
            </a:r>
          </a:p>
          <a:p>
            <a:r>
              <a:rPr lang="en-US" dirty="0">
                <a:highlight>
                  <a:srgbClr val="FFFF00"/>
                </a:highlight>
              </a:rPr>
              <a:t>Member</a:t>
            </a:r>
          </a:p>
          <a:p>
            <a:r>
              <a:rPr lang="en-US" dirty="0"/>
              <a:t>-&gt;Login</a:t>
            </a:r>
          </a:p>
          <a:p>
            <a:r>
              <a:rPr lang="en-US" dirty="0"/>
              <a:t>-&gt;</a:t>
            </a:r>
            <a:r>
              <a:rPr lang="en-US" dirty="0" err="1"/>
              <a:t>RePass+SetNewPass</a:t>
            </a:r>
            <a:endParaRPr lang="en-US" dirty="0"/>
          </a:p>
          <a:p>
            <a:r>
              <a:rPr lang="en-US" dirty="0"/>
              <a:t>-&gt;Register</a:t>
            </a:r>
          </a:p>
          <a:p>
            <a:r>
              <a:rPr lang="en-US" dirty="0">
                <a:highlight>
                  <a:srgbClr val="FFFF00"/>
                </a:highlight>
              </a:rPr>
              <a:t>Portfolio</a:t>
            </a:r>
          </a:p>
          <a:p>
            <a:r>
              <a:rPr lang="en-US" dirty="0"/>
              <a:t>-&gt;Portfolio</a:t>
            </a:r>
          </a:p>
          <a:p>
            <a:r>
              <a:rPr lang="en-US" dirty="0"/>
              <a:t>-&gt;</a:t>
            </a:r>
            <a:r>
              <a:rPr lang="en-US" dirty="0" err="1"/>
              <a:t>PortfolioEdtior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953B0-BC02-7CC6-7998-E1BF0BB83EBE}"/>
              </a:ext>
            </a:extLst>
          </p:cNvPr>
          <p:cNvSpPr txBox="1"/>
          <p:nvPr/>
        </p:nvSpPr>
        <p:spPr>
          <a:xfrm>
            <a:off x="5074025" y="1315539"/>
            <a:ext cx="67414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FreePort</a:t>
            </a:r>
            <a:r>
              <a:rPr lang="en-US" dirty="0"/>
              <a:t>/</a:t>
            </a:r>
          </a:p>
          <a:p>
            <a:r>
              <a:rPr lang="en-US" dirty="0"/>
              <a:t>Member</a:t>
            </a:r>
          </a:p>
          <a:p>
            <a:r>
              <a:rPr lang="en-US" dirty="0"/>
              <a:t>-&gt;</a:t>
            </a:r>
            <a:r>
              <a:rPr lang="en-US" dirty="0" err="1"/>
              <a:t>FreePort</a:t>
            </a:r>
            <a:r>
              <a:rPr lang="en-US" dirty="0"/>
              <a:t>/Member/Login</a:t>
            </a:r>
          </a:p>
          <a:p>
            <a:r>
              <a:rPr lang="en-US" dirty="0"/>
              <a:t>-&gt;</a:t>
            </a:r>
            <a:r>
              <a:rPr lang="en-US" dirty="0" err="1"/>
              <a:t>FreePort</a:t>
            </a:r>
            <a:r>
              <a:rPr lang="en-US" dirty="0"/>
              <a:t>/Member/</a:t>
            </a:r>
            <a:r>
              <a:rPr lang="en-US" dirty="0" err="1"/>
              <a:t>RePass+SetNewPass</a:t>
            </a:r>
            <a:endParaRPr lang="en-US" dirty="0"/>
          </a:p>
          <a:p>
            <a:r>
              <a:rPr lang="en-US" dirty="0"/>
              <a:t>-&gt;</a:t>
            </a:r>
            <a:r>
              <a:rPr lang="en-US" dirty="0" err="1"/>
              <a:t>FreePort</a:t>
            </a:r>
            <a:r>
              <a:rPr lang="en-US" dirty="0"/>
              <a:t>/Member/Register</a:t>
            </a:r>
          </a:p>
          <a:p>
            <a:r>
              <a:rPr lang="en-US" dirty="0"/>
              <a:t>Portfolio</a:t>
            </a:r>
          </a:p>
          <a:p>
            <a:r>
              <a:rPr lang="en-US" dirty="0"/>
              <a:t>-&gt;</a:t>
            </a:r>
            <a:r>
              <a:rPr lang="en-US" dirty="0" err="1"/>
              <a:t>FreePort</a:t>
            </a:r>
            <a:r>
              <a:rPr lang="en-US" dirty="0"/>
              <a:t>/Peony</a:t>
            </a:r>
          </a:p>
          <a:p>
            <a:r>
              <a:rPr lang="en-US" dirty="0"/>
              <a:t>-&gt;</a:t>
            </a:r>
            <a:r>
              <a:rPr lang="en-US" dirty="0" err="1"/>
              <a:t>FreePort</a:t>
            </a:r>
            <a:r>
              <a:rPr lang="en-US" dirty="0"/>
              <a:t>/Peony/</a:t>
            </a:r>
            <a:r>
              <a:rPr lang="en-US" dirty="0" err="1"/>
              <a:t>Editior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09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B1EE5F-86E3-B2FD-E223-7ED0BEE0492D}"/>
              </a:ext>
            </a:extLst>
          </p:cNvPr>
          <p:cNvSpPr/>
          <p:nvPr/>
        </p:nvSpPr>
        <p:spPr>
          <a:xfrm>
            <a:off x="744071" y="941294"/>
            <a:ext cx="2563906" cy="42044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731F9-A3F0-43CD-AA80-DDD2EAC8F183}"/>
              </a:ext>
            </a:extLst>
          </p:cNvPr>
          <p:cNvSpPr/>
          <p:nvPr/>
        </p:nvSpPr>
        <p:spPr>
          <a:xfrm>
            <a:off x="1030941" y="1819835"/>
            <a:ext cx="869577" cy="744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EA53C-55B2-E9C9-0812-841039D7E07C}"/>
              </a:ext>
            </a:extLst>
          </p:cNvPr>
          <p:cNvSpPr/>
          <p:nvPr/>
        </p:nvSpPr>
        <p:spPr>
          <a:xfrm>
            <a:off x="2187388" y="1819835"/>
            <a:ext cx="869577" cy="744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E323B-58FC-D2A6-0F25-088EB942BE37}"/>
              </a:ext>
            </a:extLst>
          </p:cNvPr>
          <p:cNvSpPr/>
          <p:nvPr/>
        </p:nvSpPr>
        <p:spPr>
          <a:xfrm>
            <a:off x="1030940" y="2738717"/>
            <a:ext cx="869577" cy="744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7E461-795A-BA6F-78E1-CAB82075A102}"/>
              </a:ext>
            </a:extLst>
          </p:cNvPr>
          <p:cNvSpPr/>
          <p:nvPr/>
        </p:nvSpPr>
        <p:spPr>
          <a:xfrm>
            <a:off x="2187388" y="2738717"/>
            <a:ext cx="869577" cy="744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E643C-B2DC-B050-1944-403FF85D257D}"/>
              </a:ext>
            </a:extLst>
          </p:cNvPr>
          <p:cNvSpPr/>
          <p:nvPr/>
        </p:nvSpPr>
        <p:spPr>
          <a:xfrm>
            <a:off x="3818965" y="941294"/>
            <a:ext cx="2563906" cy="420444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2C9C7-9A81-90E0-3E70-66CD75867AE9}"/>
              </a:ext>
            </a:extLst>
          </p:cNvPr>
          <p:cNvSpPr/>
          <p:nvPr/>
        </p:nvSpPr>
        <p:spPr>
          <a:xfrm>
            <a:off x="4105835" y="1819835"/>
            <a:ext cx="869577" cy="7440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B7AA1-8D19-B87A-6BAC-F63B0BF255E0}"/>
              </a:ext>
            </a:extLst>
          </p:cNvPr>
          <p:cNvSpPr/>
          <p:nvPr/>
        </p:nvSpPr>
        <p:spPr>
          <a:xfrm>
            <a:off x="5262282" y="1819835"/>
            <a:ext cx="869577" cy="7440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78490-084A-00A4-EB82-96DF2F3AD641}"/>
              </a:ext>
            </a:extLst>
          </p:cNvPr>
          <p:cNvSpPr/>
          <p:nvPr/>
        </p:nvSpPr>
        <p:spPr>
          <a:xfrm>
            <a:off x="4105834" y="2738717"/>
            <a:ext cx="869577" cy="7440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BCCCFA-693D-021F-750B-0ED162114B85}"/>
              </a:ext>
            </a:extLst>
          </p:cNvPr>
          <p:cNvSpPr/>
          <p:nvPr/>
        </p:nvSpPr>
        <p:spPr>
          <a:xfrm>
            <a:off x="5262282" y="2738717"/>
            <a:ext cx="869577" cy="7440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AF516-DD52-EE1E-876B-897AFB6A429B}"/>
              </a:ext>
            </a:extLst>
          </p:cNvPr>
          <p:cNvSpPr txBox="1"/>
          <p:nvPr/>
        </p:nvSpPr>
        <p:spPr>
          <a:xfrm>
            <a:off x="6893859" y="806875"/>
            <a:ext cx="24025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Vanila_White</a:t>
            </a:r>
            <a:endParaRPr lang="en-US" dirty="0"/>
          </a:p>
          <a:p>
            <a:r>
              <a:rPr lang="en-US" dirty="0" err="1"/>
              <a:t>Vanila_Yellow</a:t>
            </a:r>
            <a:endParaRPr lang="en-US" dirty="0"/>
          </a:p>
          <a:p>
            <a:r>
              <a:rPr lang="en-US" dirty="0"/>
              <a:t>Dark_</a:t>
            </a:r>
            <a:endParaRPr lang="th-TH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B36AA-FDB2-E993-9028-AC0A552B744F}"/>
              </a:ext>
            </a:extLst>
          </p:cNvPr>
          <p:cNvSpPr/>
          <p:nvPr/>
        </p:nvSpPr>
        <p:spPr>
          <a:xfrm>
            <a:off x="8399928" y="3088342"/>
            <a:ext cx="3281083" cy="205739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206C2E-9EB9-39D2-BFAA-A80580915FB9}"/>
              </a:ext>
            </a:extLst>
          </p:cNvPr>
          <p:cNvSpPr/>
          <p:nvPr/>
        </p:nvSpPr>
        <p:spPr>
          <a:xfrm>
            <a:off x="8619564" y="3274359"/>
            <a:ext cx="869577" cy="74407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B5516D-F24A-263D-3AA7-707ED025153E}"/>
              </a:ext>
            </a:extLst>
          </p:cNvPr>
          <p:cNvSpPr/>
          <p:nvPr/>
        </p:nvSpPr>
        <p:spPr>
          <a:xfrm>
            <a:off x="9715498" y="3274358"/>
            <a:ext cx="1795184" cy="74407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106452-88DB-6E64-481E-1B06FFFE52CA}"/>
              </a:ext>
            </a:extLst>
          </p:cNvPr>
          <p:cNvSpPr/>
          <p:nvPr/>
        </p:nvSpPr>
        <p:spPr>
          <a:xfrm>
            <a:off x="8619564" y="4152899"/>
            <a:ext cx="1795184" cy="74407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13CD20-FCE9-4D9A-5208-2B0B5E1AADA0}"/>
              </a:ext>
            </a:extLst>
          </p:cNvPr>
          <p:cNvSpPr/>
          <p:nvPr/>
        </p:nvSpPr>
        <p:spPr>
          <a:xfrm>
            <a:off x="10641105" y="4130489"/>
            <a:ext cx="869577" cy="74407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68131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122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Golf BB</dc:creator>
  <cp:lastModifiedBy>Siratchara Pronvootikul</cp:lastModifiedBy>
  <cp:revision>2</cp:revision>
  <dcterms:created xsi:type="dcterms:W3CDTF">2025-09-10T06:09:28Z</dcterms:created>
  <dcterms:modified xsi:type="dcterms:W3CDTF">2025-09-12T06:14:41Z</dcterms:modified>
</cp:coreProperties>
</file>